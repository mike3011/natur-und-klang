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328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on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8000" cy="756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328000" cy="1872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40000"/>
            <a:ext cx="5328000" cy="2520000"/>
          </a:xfrm>
          <a:prstGeom prst="rect">
            <a:avLst/>
          </a:prstGeom>
          <a:solidFill>
            <a:srgbClr val="2D5016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216000"/>
            <a:ext cx="49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Playfair Display"/>
              </a:rPr>
              <a:t>Natur &amp; Klang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1080000"/>
            <a:ext cx="49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A83C"/>
                </a:solidFill>
                <a:latin typeface="Lato"/>
              </a:rPr>
              <a:t>Einfach nur du sein.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56000"/>
            <a:ext cx="5328000" cy="1404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nu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6354000"/>
            <a:ext cx="1008000" cy="100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6000" y="6336000"/>
            <a:ext cx="39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Alle Termine &amp; Formate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6000" y="6768000"/>
            <a:ext cx="39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A83C"/>
                </a:solidFill>
                <a:latin typeface="Lato"/>
              </a:rPr>
              <a:t>natur-und-klang.de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6000" y="7092000"/>
            <a:ext cx="3924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Lato"/>
              </a:rPr>
              <a:t>Geführtes Naturerlebnis in Kassel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28000" cy="7560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000"/>
            <a:ext cx="5328000" cy="306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368000"/>
            <a:ext cx="5328000" cy="3060000"/>
          </a:xfrm>
          <a:prstGeom prst="rect">
            <a:avLst/>
          </a:prstGeom>
          <a:solidFill>
            <a:srgbClr val="FAF7F2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28000" cy="612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108000"/>
            <a:ext cx="49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Playfair Display"/>
              </a:rPr>
              <a:t>Natur &amp; Klang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720000"/>
            <a:ext cx="49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2A2A"/>
                </a:solidFill>
                <a:latin typeface="Lato"/>
              </a:rPr>
              <a:t>Ankommen in der Natur.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1188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4952A"/>
                </a:solidFill>
                <a:latin typeface="Lato"/>
              </a:rPr>
              <a:t>Keine Anforderungen. Kein Ziel. Einfach da sein.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48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Lato"/>
              </a:rPr>
              <a:t>Natur und Klang öffnen einen stillen Raum.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800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Lato"/>
              </a:rPr>
              <a:t>Die Bäume, der Klang, der Atem – alles darf so sein, wie es 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052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Lato"/>
              </a:rPr>
              <a:t>Wir schlendern, wir hören, wir halten inne.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304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Lato"/>
              </a:rPr>
              <a:t>Du musst nichts können und nichts erreichen.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556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Lato"/>
              </a:rPr>
              <a:t>Nadine &amp; Marcella begleiten dich – immer zu zweit.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880000"/>
            <a:ext cx="4608000" cy="14400"/>
          </a:xfrm>
          <a:prstGeom prst="rect">
            <a:avLst/>
          </a:prstGeom>
          <a:solidFill>
            <a:srgbClr val="C4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" y="3096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016"/>
                </a:solidFill>
                <a:latin typeface="Lato"/>
              </a:rPr>
              <a:t>Was dich erwartet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3420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Natur, Klang und Stille in der Kasseler Aue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3654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Geführtes Gehen auf flachen, ruhigen Wegen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3888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Klangsitzung unter Bäumen – draußen im Freien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4122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Begleitung durch Nadine &amp; Marcella zu zweit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4428000"/>
            <a:ext cx="4608000" cy="14400"/>
          </a:xfrm>
          <a:prstGeom prst="rect">
            <a:avLst/>
          </a:prstGeom>
          <a:solidFill>
            <a:srgbClr val="C4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4644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016"/>
                </a:solidFill>
                <a:latin typeface="Lato"/>
              </a:rPr>
              <a:t>Für dich, wenn du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4968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im Alltag selten wirklich abschaltest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5202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spürst, dass Natur dir guttut – aber der Kopf nicht aufhört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5436000"/>
            <a:ext cx="47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A2A2A"/>
                </a:solidFill>
                <a:latin typeface="Lato"/>
              </a:rPr>
              <a:t>·   dir Zeit nur für dich erlauben möchtest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156000"/>
            <a:ext cx="5328000" cy="1404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qr_nu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6354000"/>
            <a:ext cx="1008000" cy="100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96000" y="6336000"/>
            <a:ext cx="39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Lato"/>
              </a:rPr>
              <a:t>Alle Termine &amp; Formate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6000" y="6768000"/>
            <a:ext cx="39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A83C"/>
                </a:solidFill>
                <a:latin typeface="Lato"/>
              </a:rPr>
              <a:t>natur-und-klang.de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6000" y="7092000"/>
            <a:ext cx="3924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Lato"/>
              </a:rPr>
              <a:t>kontakt@natur-und-klang.de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